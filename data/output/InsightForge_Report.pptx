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InsightForge Auto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via Insight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user_id: avg 491.50, change ~283.7% over the observed period.</a:t>
            </a:r>
          </a:p>
          <a:p>
            <a:r>
              <a:t>activity: avg 0.50, change ~inf% over the observed period.</a:t>
            </a:r>
          </a:p>
          <a:p>
            <a:r>
              <a:t>user_id is the strongest performer based on average value.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Numeric Summary</a:t>
            </a:r>
          </a:p>
        </p:txBody>
      </p:sp>
      <p:pic>
        <p:nvPicPr>
          <p:cNvPr id="3" name="Picture 2" descr="numeric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