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>
                <a:solidFill>
                  <a:srgbClr val="1F4E79"/>
                </a:solidFill>
              </a:defRPr>
            </a:pPr>
            <a:r>
              <a:t>InsightForge Executive Brief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insight pack • 03 Dec 2025 14:59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F4E79"/>
                </a:solidFill>
              </a:defRPr>
            </a:pPr>
            <a:r>
              <a:t>Executive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F4E79"/>
                </a:solidFill>
              </a:defRPr>
            </a:pPr>
            <a:r>
              <a:t>Ingested 3,000 rows covering 10 categories.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F4E79"/>
                </a:solidFill>
              </a:defRPr>
            </a:pPr>
            <a:r>
              <a:t>Key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F4E79"/>
                </a:solidFill>
              </a:defRPr>
            </a:pPr>
            <a:r>
              <a:t>Portfolio-wide activity rate sits at 50.4%.</a:t>
            </a:r>
          </a:p>
          <a:p>
            <a:pPr>
              <a:defRPr sz="1800">
                <a:solidFill>
                  <a:srgbClr val="1F4E79"/>
                </a:solidFill>
              </a:defRPr>
            </a:pPr>
            <a:r>
              <a:t>Keyword 'skincare' tops conversion at 74.4%.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F4E79"/>
                </a:solidFill>
              </a:defRPr>
            </a:pPr>
            <a:r>
              <a:t>Trend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F4E79"/>
                </a:solidFill>
              </a:defRPr>
            </a:pPr>
            <a:r>
              <a:t>tech_gadgets leads with 55.6% activation vs. electronics at 45.5%.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F4E79"/>
                </a:solidFill>
              </a:defRPr>
            </a:pPr>
            <a:r>
              <a:t>Anomalies &amp; Watchouts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F4E79"/>
                </a:solidFill>
              </a:defRPr>
            </a:pPr>
            <a:r>
              <a:t>tech_gadgets outperforms materially at 55.6% activation.</a:t>
            </a:r>
          </a:p>
          <a:p>
            <a:pPr>
              <a:defRPr sz="1800">
                <a:solidFill>
                  <a:srgbClr val="1F4E79"/>
                </a:solidFill>
              </a:defRPr>
            </a:pPr>
            <a:r>
              <a:t>books under-indexes at 45.7% activation.</a:t>
            </a:r>
          </a:p>
          <a:p>
            <a:pPr>
              <a:defRPr sz="1800">
                <a:solidFill>
                  <a:srgbClr val="1F4E79"/>
                </a:solidFill>
              </a:defRPr>
            </a:pPr>
            <a:r>
              <a:t>electronics under-indexes at 45.5% activation.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F4E79"/>
                </a:solidFill>
              </a:defRPr>
            </a:pPr>
            <a:r>
              <a:t>Strategic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F4E79"/>
                </a:solidFill>
              </a:defRPr>
            </a:pPr>
            <a:r>
              <a:t>Reallocate spend from 'tour' into 'skincare' to lift ROI.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F4E79"/>
                </a:solidFill>
              </a:defRPr>
            </a:pPr>
            <a:r>
              <a:t>Events by Category</a:t>
            </a:r>
          </a:p>
        </p:txBody>
      </p:sp>
      <p:pic>
        <p:nvPicPr>
          <p:cNvPr id="3" name="Picture 2" descr="events_by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73152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F4E79"/>
                </a:solidFill>
              </a:defRPr>
            </a:pPr>
            <a:r>
              <a:t>clothing leads in engagement volume, contributing 336 logged interactions across the period.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F4E79"/>
                </a:solidFill>
              </a:defRPr>
            </a:pPr>
            <a:r>
              <a:t>Activity Rate by Category</a:t>
            </a:r>
          </a:p>
        </p:txBody>
      </p:sp>
      <p:pic>
        <p:nvPicPr>
          <p:cNvPr id="3" name="Picture 2" descr="activity_rate_by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73152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F4E79"/>
                </a:solidFill>
              </a:defRPr>
            </a:pPr>
            <a:r>
              <a:t>tech_gadgets converts 55.6% of impressions into active sessions; median segment trails at 50.2%.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F4E79"/>
                </a:solidFill>
              </a:defRPr>
            </a:pPr>
            <a:r>
              <a:t>Top Ad Keywords</a:t>
            </a:r>
          </a:p>
        </p:txBody>
      </p:sp>
      <p:pic>
        <p:nvPicPr>
          <p:cNvPr id="3" name="Picture 2" descr="top_ad_key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73152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F4E79"/>
                </a:solidFill>
              </a:defRPr>
            </a:pPr>
            <a:r>
              <a:t>'scarf' is the highest-traction creative keyword with 57 logged engagements.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F4E79"/>
                </a:solidFill>
              </a:defRPr>
            </a:pPr>
            <a:r>
              <a:t>User_Id Trajectory</a:t>
            </a:r>
          </a:p>
        </p:txBody>
      </p:sp>
      <p:pic>
        <p:nvPicPr>
          <p:cNvPr id="3" name="Picture 2" descr="user_id_over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73152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1F4E79"/>
                </a:solidFill>
              </a:defRPr>
            </a:pPr>
            <a:r>
              <a:t>User_Id spans 1-999 with visible inflection around record 793.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F4E79"/>
                </a:solidFill>
              </a:defRPr>
            </a:pPr>
            <a:r>
              <a:t>Closing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F4E79"/>
                </a:solidFill>
              </a:defRPr>
            </a:pPr>
            <a:r>
              <a:t>Dataset processed successfully; see recommendations for next best actions.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