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InsightForge Auto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via Insight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activity rate: 50.4% of events are active (1).</a:t>
            </a:r>
          </a:p>
          <a:p>
            <a:r>
              <a:t>Category 'tech_gadgets' – activity rate 55.6% across 302 events.</a:t>
            </a:r>
          </a:p>
          <a:p>
            <a:r>
              <a:t>Category 'health_beauty' – activity rate 52.5% across 301 events.</a:t>
            </a:r>
          </a:p>
          <a:p>
            <a:r>
              <a:t>Category 'home_decor' – activity rate 52.2% across 274 events.</a:t>
            </a:r>
          </a:p>
          <a:p>
            <a:r>
              <a:t>Category 'food' is weaker – activity rate 50.0% across 310 events.</a:t>
            </a:r>
          </a:p>
          <a:p>
            <a:r>
              <a:t>Category 'books' is weaker – activity rate 45.7% across 282 events.</a:t>
            </a:r>
          </a:p>
          <a:p>
            <a:r>
              <a:t>Category 'electronics' is weaker – activity rate 45.5% across 290 events.</a:t>
            </a:r>
          </a:p>
          <a:p>
            <a:r>
              <a:t>Keyword 'skincare' – activity rate 74.4% over 43 events.</a:t>
            </a:r>
          </a:p>
          <a:p>
            <a:r>
              <a:t>Keyword 'sweater' – activity rate 64.9% over 37 events.</a:t>
            </a:r>
          </a:p>
          <a:p>
            <a:r>
              <a:t>Keyword 'bike' – activity rate 63.9% over 36 events.</a:t>
            </a:r>
          </a:p>
          <a:p>
            <a:r>
              <a:t>Keyword 'wireless speaker' – activity rate 61.9% over 42 events.</a:t>
            </a:r>
          </a:p>
          <a:p>
            <a:r>
              <a:t>Keyword 'mirror' – activity rate 61.8% over 34 events.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Events By Category</a:t>
            </a:r>
          </a:p>
        </p:txBody>
      </p:sp>
      <p:pic>
        <p:nvPicPr>
          <p:cNvPr id="3" name="Picture 2" descr="events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Rate By Category</a:t>
            </a:r>
          </a:p>
        </p:txBody>
      </p:sp>
      <p:pic>
        <p:nvPicPr>
          <p:cNvPr id="3" name="Picture 2" descr="activity_rate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Ad Keywords</a:t>
            </a:r>
          </a:p>
        </p:txBody>
      </p:sp>
      <p:pic>
        <p:nvPicPr>
          <p:cNvPr id="3" name="Picture 2" descr="top_ad_keyw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Id Over Index</a:t>
            </a:r>
          </a:p>
        </p:txBody>
      </p:sp>
      <p:pic>
        <p:nvPicPr>
          <p:cNvPr id="3" name="Picture 2" descr="user_id_over_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